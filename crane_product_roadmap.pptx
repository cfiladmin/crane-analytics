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60020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クレーンAna を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「プロダクト」にする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3383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から月1万円を稼ぐまでの技術ロードマップ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4160520"/>
            <a:ext cx="256032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4187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PHASE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1208" y="4453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公開する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4160520"/>
            <a:ext cx="256032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4187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PHASE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55848" y="4453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繋ぎ止める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4160520"/>
            <a:ext cx="256032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0488" y="4187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PHASE 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90488" y="4453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課金する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今のアプリに足りない 4 つのもの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78992"/>
            <a:ext cx="73152" cy="16642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12435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💾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93192" y="16733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データがローカルのみ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" y="199339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localStorage に保存 → 機種変・ブラウザ変更で全消え。ユーザーが継続使用できない。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81728" y="1078992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1078992"/>
            <a:ext cx="73152" cy="16642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2435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46320" y="16733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ログイン機能がない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99339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誰が使っているか追跡不可。フリーミアム課金の前提となる「ユーザー識別」ができない。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3017520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017520"/>
            <a:ext cx="73152" cy="16642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" y="3182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93192" y="3611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課金機能がない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" y="3931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収益ゼロ。Note.com / Stripe / いずれの手段でも「お金を受け取る仕組み」が未整備。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81728" y="3017520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1728" y="3017520"/>
            <a:ext cx="73152" cy="16642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182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846320" y="3611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URL が localhost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931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他人が使えない。Vercel 等でホスティングしなければ、アプリとして存在しない。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 フェーズ ロードマップ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743200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24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78408" y="1033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公開する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8408" y="1344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今日〜2日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828800"/>
            <a:ext cx="164592" cy="16459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" y="180136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Vercel でデプロイ（無料）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304288"/>
            <a:ext cx="164592" cy="16459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" y="2276856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ドメイン取得（任意）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779776"/>
            <a:ext cx="164592" cy="16459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" y="2752344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PWA manifest 確認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255264"/>
            <a:ext cx="164592" cy="16459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" y="3227832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友人5人に URL を送る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" y="4224528"/>
            <a:ext cx="2523744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242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✓ 世界中からアクセス可能になる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72968" y="100584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1005840"/>
            <a:ext cx="274320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310128" y="1024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922776" y="1033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繋ぎ止める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922776" y="1344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〜2週間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55848" y="182880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3593592" y="180136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Firebase Auth（Googleログイン）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55848" y="230428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3593592" y="2276856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Firestore にデータ移行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55848" y="2779776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3593592" y="2752344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複数デバイス同期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55848" y="3255264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3593592" y="3227832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初回ユーザー10人を獲得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82696" y="4224528"/>
            <a:ext cx="2523744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55848" y="4242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✓ ユーザーデータが消えなくなる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17336" y="100584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17336" y="1005840"/>
            <a:ext cx="2743200" cy="6583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6254496" y="1024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03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867144" y="1033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課金する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867144" y="1344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〜1ヶ月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0216" y="182880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1" name="Text 39"/>
          <p:cNvSpPr/>
          <p:nvPr/>
        </p:nvSpPr>
        <p:spPr>
          <a:xfrm>
            <a:off x="6537960" y="180136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Note.com メンバーシップ開設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0216" y="2304288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3" name="Text 41"/>
          <p:cNvSpPr/>
          <p:nvPr/>
        </p:nvSpPr>
        <p:spPr>
          <a:xfrm>
            <a:off x="6537960" y="2276856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フリーミアム機能分岐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00216" y="2779776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5" name="Text 43"/>
          <p:cNvSpPr/>
          <p:nvPr/>
        </p:nvSpPr>
        <p:spPr>
          <a:xfrm>
            <a:off x="6537960" y="2752344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Stripe 課金（本格版）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00216" y="3255264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7" name="Text 45"/>
          <p:cNvSpPr/>
          <p:nvPr/>
        </p:nvSpPr>
        <p:spPr>
          <a:xfrm>
            <a:off x="6537960" y="3227832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月収 ¥10,000 達成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27064" y="4224528"/>
            <a:ext cx="2523744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0216" y="4242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✓ 収益が発生し始める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990088" y="2926080"/>
            <a:ext cx="16459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5934456" y="2926080"/>
            <a:ext cx="16459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公開する — 今日できる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5029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50292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97840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デプロイ手順（コマンド 3 行）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508760"/>
            <a:ext cx="347472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52704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Vercel CLI をインストール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874520"/>
            <a:ext cx="470916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892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vercel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4048" y="2514600"/>
            <a:ext cx="347472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51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53288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本番ビルドを作成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2880360"/>
            <a:ext cx="470916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898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" y="3520440"/>
            <a:ext cx="347472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53872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デプロイ完了 → URLが発行される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" y="3886200"/>
            <a:ext cx="470916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9044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 --prod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40680" y="960120"/>
            <a:ext cx="3474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77840" y="10698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🆓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26480" y="10698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完全無料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77840" y="14173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Vercel の Hobby プランは無料。クレジットカード不要。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40680" y="2258568"/>
            <a:ext cx="3474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577840" y="23682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126480" y="236829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5分で完了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77840" y="27157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GitHubと連携すれば次回以降は push するだけで自動デプロイ。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40680" y="3557016"/>
            <a:ext cx="3474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577840" y="36667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26480" y="36667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PWA 対応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77840" y="401421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https:// になることで「ホーム画面に追加」が動作するようになる。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繋ぎ止める — Firebase 導入（約2週間）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51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425196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7840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Before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81728" y="960120"/>
            <a:ext cx="4251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81728" y="960120"/>
            <a:ext cx="425196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4818888" y="97840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After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" y="1572768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✕  データは localStorage のみ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2066544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✕  機種変したら全データ消える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2560320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✕  ログイン機能なし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3054096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✕  誰が使っているか不明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3547872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✕  フリーミアム実装できない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28032" y="1572768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✓  Firestore にデータ保存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28032" y="2066544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✓  どの端末でも同期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28032" y="2560320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✓  Google ログイン（1タップ）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28032" y="3054096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✓  ユーザー別データ管理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8032" y="3547872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✓  有料/無料 の分岐が可能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17136" y="2926080"/>
            <a:ext cx="12801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07408" y="2743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28600" y="4572000"/>
            <a:ext cx="868680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5902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実装工数目安：Firebase Auth 2日 + Firestore 移行 3日 + テスト 2日 ＝ 合計 約 1 週間（週末2回分）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課金する — 2 択で選ぶ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51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425196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87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Option A  ★推奨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Note.com メンバーシップ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4048" y="1783080"/>
            <a:ext cx="3931920" cy="402336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8379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開発工数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94560" y="18379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ゼロ（ノーコード）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240280"/>
            <a:ext cx="39319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295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月額設定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94560" y="22951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¥500〜¥980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2697480"/>
            <a:ext cx="3931920" cy="402336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7523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始められる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94560" y="2752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今日から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3154680"/>
            <a:ext cx="39319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209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手数料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94560" y="32095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約 20%（Note 側）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" y="3611880"/>
            <a:ext cx="3931920" cy="402336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6667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向いている人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94560" y="36667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まず稼ぎたい人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81728" y="960120"/>
            <a:ext cx="4251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960120"/>
            <a:ext cx="4251960" cy="64008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6" name="Text 24"/>
          <p:cNvSpPr/>
          <p:nvPr/>
        </p:nvSpPr>
        <p:spPr>
          <a:xfrm>
            <a:off x="4818888" y="987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Option 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18888" y="1261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Stripe + Firebase（本格版）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828032" y="1783080"/>
            <a:ext cx="393192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4956048" y="18379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開発工数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20256" y="1837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2〜3週間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28032" y="2240280"/>
            <a:ext cx="39319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956048" y="2295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月額設定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620256" y="22951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自由（¥300〜）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28032" y="2697480"/>
            <a:ext cx="393192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Text 33"/>
          <p:cNvSpPr/>
          <p:nvPr/>
        </p:nvSpPr>
        <p:spPr>
          <a:xfrm>
            <a:off x="4956048" y="27523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始められる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620256" y="2752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実装完了後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28032" y="3154680"/>
            <a:ext cx="39319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956048" y="3209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手数料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620256" y="3209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約 3.6%（Stripe）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28032" y="3611880"/>
            <a:ext cx="393192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Text 39"/>
          <p:cNvSpPr/>
          <p:nvPr/>
        </p:nvSpPr>
        <p:spPr>
          <a:xfrm>
            <a:off x="4956048" y="36667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向いている人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620256" y="36667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スケールしたい人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技術スタック 選定表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9784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カテゴリ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57400" y="960120"/>
            <a:ext cx="237744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30552" y="9784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ツール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34840" y="960120"/>
            <a:ext cx="155448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9784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月額コスト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89320" y="960120"/>
            <a:ext cx="13716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62472" y="9784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難易度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60920" y="960120"/>
            <a:ext cx="12801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4072" y="9784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優先度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137160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44475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ホスティング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57400" y="137160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144475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Vercel（Hobby）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34840" y="137160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144475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無料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89320" y="137160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14447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★☆☆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60920" y="137160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34072" y="1444752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今すぐ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1865376"/>
            <a:ext cx="18288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9385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認証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057400" y="1865376"/>
            <a:ext cx="23774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48840" y="19385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Firebase Auth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34840" y="1865376"/>
            <a:ext cx="15544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19385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無料（〜10万MAU）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9320" y="1865376"/>
            <a:ext cx="13716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19385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★★☆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60920" y="1865376"/>
            <a:ext cx="128016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34072" y="1938528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2週間後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" y="2359152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43230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データベース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057400" y="2359152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48840" y="243230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Firestore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34840" y="2359152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243230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無料〜$25/月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89320" y="2359152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80760" y="243230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★★☆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60920" y="2359152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34072" y="2432304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2週間後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2852928"/>
            <a:ext cx="18288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29260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課金（簡単）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057400" y="2852928"/>
            <a:ext cx="23774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48840" y="292608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Note.com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434840" y="2852928"/>
            <a:ext cx="15544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26280" y="29260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手数料20%のみ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989320" y="2852928"/>
            <a:ext cx="13716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80760" y="292608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★☆☆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360920" y="2852928"/>
            <a:ext cx="128016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34072" y="292608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今すぐ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28600" y="3346704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341985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課金（本格）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057400" y="3346704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48840" y="341985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Stripe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434840" y="3346704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26280" y="341985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手数料3.6%〜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989320" y="3346704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80760" y="341985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★★★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360920" y="3346704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34072" y="3419856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1ヶ月後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28600" y="3840480"/>
            <a:ext cx="18288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391363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分析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057400" y="3840480"/>
            <a:ext cx="23774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48840" y="39136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Firebase Analytics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434840" y="3840480"/>
            <a:ext cx="15544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26280" y="39136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無料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989320" y="3840480"/>
            <a:ext cx="13716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80760" y="391363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★☆☆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360920" y="3840480"/>
            <a:ext cx="128016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34072" y="3913632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2週間後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28600" y="4334256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040" y="44074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エラー監視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057400" y="4334256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148840" y="440740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Sentry（無料枠）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434840" y="4334256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26280" y="440740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無料（5k events）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989320" y="4334256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080760" y="44074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★☆☆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360920" y="4334256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434072" y="4407408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公開後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工数 &amp; コスト 見積もり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10607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Vercel デプロイ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88920" y="1078992"/>
            <a:ext cx="5943600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2788920" y="1078992"/>
            <a:ext cx="212271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8823960" y="10789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0.5日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GitHub 連携・CI設定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1572768"/>
            <a:ext cx="5943600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2788920" y="1572768"/>
            <a:ext cx="212271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8823960" y="15727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0.5日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" y="20482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Firebase Auth 実装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88920" y="2066544"/>
            <a:ext cx="5943600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2788920" y="2066544"/>
            <a:ext cx="849086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8823960" y="20665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2日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" y="2542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Firestore 移行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88920" y="2560320"/>
            <a:ext cx="5943600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2788920" y="2560320"/>
            <a:ext cx="1273629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8823960" y="25603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3日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" y="3035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Note.com 開設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88920" y="3054096"/>
            <a:ext cx="5943600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2788920" y="3054096"/>
            <a:ext cx="212271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8823960" y="305409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0.5日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" y="35295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フリーミアム分岐実装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88920" y="3547872"/>
            <a:ext cx="5943600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Shape 25"/>
          <p:cNvSpPr/>
          <p:nvPr/>
        </p:nvSpPr>
        <p:spPr>
          <a:xfrm>
            <a:off x="2788920" y="3547872"/>
            <a:ext cx="1273629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8823960" y="35478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3日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Stripe 課金実装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88920" y="4041648"/>
            <a:ext cx="5943600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9"/>
          <p:cNvSpPr/>
          <p:nvPr/>
        </p:nvSpPr>
        <p:spPr>
          <a:xfrm>
            <a:off x="2788920" y="4041648"/>
            <a:ext cx="212271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8823960" y="40416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5日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" y="4572000"/>
            <a:ext cx="8686800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384048" y="459943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合計工数（Phase 1〜3）： 約 15日 ／ 月 ¥0〜¥3,000 のコストで運用可能（Firebase無料枠内）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スコープ定義 — やる vs 後回し vs やらない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74320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987552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今すぐやる 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563624"/>
            <a:ext cx="2542032" cy="42062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6002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Vercel デプロイ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066544"/>
            <a:ext cx="2542032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1031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PWA manifest 確認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569464"/>
            <a:ext cx="2542032" cy="42062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6060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Note.com 開設・無料記事1本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072384"/>
            <a:ext cx="2542032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10896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X アカウント開設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575304"/>
            <a:ext cx="2542032" cy="42062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6118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友人5人に URL 送付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4078224"/>
            <a:ext cx="2542032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41148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A8.net アフィリエイト登録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72968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960120"/>
            <a:ext cx="27432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282696" y="987552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2週間以内に ▷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64408" y="1563624"/>
            <a:ext cx="2542032" cy="42062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4" name="Text 22"/>
          <p:cNvSpPr/>
          <p:nvPr/>
        </p:nvSpPr>
        <p:spPr>
          <a:xfrm>
            <a:off x="3355848" y="16002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Firebase Auth 実装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64408" y="2066544"/>
            <a:ext cx="2542032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355848" y="21031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Firestore データ移行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64408" y="2569464"/>
            <a:ext cx="2542032" cy="42062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8" name="Text 26"/>
          <p:cNvSpPr/>
          <p:nvPr/>
        </p:nvSpPr>
        <p:spPr>
          <a:xfrm>
            <a:off x="3355848" y="26060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Note.com 有料マガジン開始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64408" y="3072384"/>
            <a:ext cx="2542032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355848" y="310896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フリーミアム 機能分岐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64408" y="3575304"/>
            <a:ext cx="2542032" cy="42062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2" name="Text 30"/>
          <p:cNvSpPr/>
          <p:nvPr/>
        </p:nvSpPr>
        <p:spPr>
          <a:xfrm>
            <a:off x="3355848" y="36118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ユーザーリサーチ（5人）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64408" y="4078224"/>
            <a:ext cx="2542032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355848" y="41148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アフィリエイトリンク設置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17336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17336" y="960120"/>
            <a:ext cx="2743200" cy="5029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7" name="Text 35"/>
          <p:cNvSpPr/>
          <p:nvPr/>
        </p:nvSpPr>
        <p:spPr>
          <a:xfrm>
            <a:off x="6227064" y="987552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後回しでいい ×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08776" y="1563624"/>
            <a:ext cx="2542032" cy="42062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7"/>
          <p:cNvSpPr/>
          <p:nvPr/>
        </p:nvSpPr>
        <p:spPr>
          <a:xfrm>
            <a:off x="6300216" y="16002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App Store / Google Play 申請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08776" y="2066544"/>
            <a:ext cx="2542032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300216" y="21031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独自ドメイン取得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08776" y="2569464"/>
            <a:ext cx="2542032" cy="42062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Text 41"/>
          <p:cNvSpPr/>
          <p:nvPr/>
        </p:nvSpPr>
        <p:spPr>
          <a:xfrm>
            <a:off x="6300216" y="26060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Stripe 本格課金（Note.comで十分）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08776" y="3072384"/>
            <a:ext cx="2542032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300216" y="310896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多言語対応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08776" y="3575304"/>
            <a:ext cx="2542032" cy="42062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45"/>
          <p:cNvSpPr/>
          <p:nvPr/>
        </p:nvSpPr>
        <p:spPr>
          <a:xfrm>
            <a:off x="6300216" y="36118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プッシュ通知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08776" y="4078224"/>
            <a:ext cx="2542032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300216" y="41148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AI 機能追加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今週やること — 5 つのアクション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850392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2D3F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9601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 &amp;&amp; vercel --prod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126187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アプリを世界に公開する。所要時間：15分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737360"/>
            <a:ext cx="850392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2D3F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78308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アカウントを今日開設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80" y="20848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「クレーンゲームを数学で攻略するアプリ作った」と投稿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560320"/>
            <a:ext cx="850392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2D3F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26060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Note.com の無料記事を1本書く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29077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「橋渡し期待値入門」—— ここから有料読者が生まれる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383280"/>
            <a:ext cx="850392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2D3F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4290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A8.net に登録してメルカリ申請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97280" y="373075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紹介1件 ¥500〜¥1,000。記事に張るだけで収益化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4206240"/>
            <a:ext cx="850392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2D3F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279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7280" y="42519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友人5人に URL を送って感想を聞く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97280" y="45537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「3回以上使い続けてくれたか」が最大の検証指標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クレーンAna プロダクトロードマップ</dc:title>
  <dc:subject>PptxGenJS Presentation</dc:subject>
  <dc:creator>PptxGenJS</dc:creator>
  <cp:lastModifiedBy>PptxGenJS</cp:lastModifiedBy>
  <cp:revision>1</cp:revision>
  <dcterms:created xsi:type="dcterms:W3CDTF">2026-03-31T15:33:01Z</dcterms:created>
  <dcterms:modified xsi:type="dcterms:W3CDTF">2026-03-31T15:33:01Z</dcterms:modified>
</cp:coreProperties>
</file>